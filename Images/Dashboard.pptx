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F21AB-C076-4A76-F119-DBCDA15C8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BFEB6-5E59-9CD0-015F-20C6FF0D8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F29C7-CF1D-28C7-EBDA-DEF60CD84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C208B-8C80-6C2F-61B7-D02CD8D88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7F101-07AA-9EAF-5ED1-2CB0CFDE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95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9D4C8-606D-C5D2-E0DA-15F7BD9D8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5934-8752-2CF8-2D6C-F237D0131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28E5C-4A2A-8F5B-034A-9D5558ED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CFDCE-62DD-C381-E40C-0AAE1A902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0D6DA-31F8-ED24-AA18-4EE35AF0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426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1CE2-93D5-4D78-3D8E-D792C959E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56ECE-05EC-A15D-333D-A12D8759D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4C4B2-72F2-78C1-5616-D18247BD9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E51FE-0587-5E47-0668-AFC516CB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4FCDC-1520-B883-820A-BDF175BD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73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C45A-B1F2-F86C-59B0-C45A1FBA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03557-D36E-2182-EC9C-000F05AAC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20D1E-A105-C178-61E0-BD059F015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F3756-ABC2-1F59-4F7D-4D3A53C8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6EECE-782D-9FC4-DA2C-3052023AF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8D687-2202-AF23-FDDF-5191A100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791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E1AD3-F16E-A3B1-C053-C4CDE5C9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6FEE2-4159-2855-5FF7-587A7A89E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D6F7E-2C14-8D0F-CFB1-299092512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C5A18-EAF2-31A0-7CAB-92A52A593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F3C1F-F2F8-FB25-A69B-33A399F63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73DAB-905D-824A-2525-5CD4AB13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3BBEC3-2ACE-E15B-454D-6A202DA5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A2602-15DE-136B-DB1E-6EC05D7F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703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0EC82-7EC5-8D86-4495-E2980292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4DC98-8E2D-D69C-75CE-3A95FBAA1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646784-BC94-7791-14C6-6303C10B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97F82-1613-ACFE-685C-5927635C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13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35B9D-9D38-B65E-007C-0A7A2C80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14ACE4-94F4-D542-B52B-2EF38BF6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26E5C-CE32-F94E-D2F9-1A9C48B60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075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191A-B95C-FD8B-8AFD-774ADF8F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CC3F8-137D-99DF-5B44-6C00C75FE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D8E30-04AA-B6CD-A42E-13AED5BB4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6EF8D-B2F0-A9B5-72A1-0BA361221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CB16A-E9B7-F765-B320-18A7F9009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70ED2-6633-DDFC-4E7D-6BE778F14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4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B759-14D4-AD03-0D2D-EDEB4E34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20AEE-C31C-6557-C874-863D48EC66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79DF1-9B28-148C-7B26-7AA0AB2B4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6ECD2-6EC6-EADF-F3CA-ED26CA297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76506-6624-2BC3-EA26-437DEBD08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CDCC7-0EDA-A881-320C-DAF9C67C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18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20CDE-0A83-03BC-7B48-8CCF5CDD0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89A55-E7BC-31ED-E32C-AE7CCC902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ACA04-5B8D-BE4B-01BB-366BDC09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50376-8EF1-AE0E-B882-AF086C05E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C810C-2B91-B245-66D5-231C1EA9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49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589649-846F-B5B2-79F8-78A7AF4201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2DFB0-202E-41A4-D353-E681991F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EBFE1-1263-36A8-9D10-3D5BBFBF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CE6F7-2511-8855-98A9-D92E83CF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FDB01-AA38-85A0-3476-048C3D43A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062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3DEB2A-B9BA-9627-037E-32E996B29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7B742-232C-7F83-59FF-9B41AB1CF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F9B0E-2BB3-CE82-D28A-6C804E39B4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B6654-0869-4C47-8C86-C000C90EC3A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E1AD6-DC47-9A1B-5E58-D067F50A1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1AEB0-147A-7657-CB52-58EC95324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2355C-0FBC-40ED-B5D1-87DCCFDEA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51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D565F-8A2E-1FCB-7F95-51FB5378A4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Dashboard</a:t>
            </a:r>
          </a:p>
          <a:p>
            <a:r>
              <a:rPr lang="en-IN" sz="3900"/>
              <a:t>Tourism Analysis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66C7C-E8EE-035A-CEA6-B3E0724C5C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EDD9DA71-D323-B1AC-1A0F-730F43CDDE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7134041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EDD9DA71-D323-B1AC-1A0F-730F43CDDEB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5440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0667-5B87-CF07-BE64-D8046813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pIE cHART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725CA76-83E9-1DC1-0405-EBF402D9233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9913785"/>
                  </p:ext>
                </p:extLst>
              </p:nvPr>
            </p:nvGraphicFramePr>
            <p:xfrm>
              <a:off x="1" y="0"/>
              <a:ext cx="12191999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B725CA76-83E9-1DC1-0405-EBF402D9233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" y="0"/>
                <a:ext cx="12191999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713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3E1CF-27E2-F324-F443-CDFB441E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sTacked</a:t>
            </a:r>
            <a:r>
              <a:rPr lang="en-US" dirty="0"/>
              <a:t> Column Chart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14988F6-DA60-37C7-6883-6818A69608E8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F14988F6-DA60-37C7-6883-6818A69608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1386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4503-76C7-583F-A3B3-2310FD25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Chart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69DB86D-DFAB-56B6-B699-AE7F2C8EA12D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569DB86D-DFAB-56B6-B699-AE7F2C8EA1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494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16414-8572-E519-40EE-5E4A68E7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Clustred Bar Chart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C5FAD37-608F-81A5-DC3D-837A55009D46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6C5FAD37-608F-81A5-DC3D-837A55009D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905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C980-3EE1-A83C-18D3-C616C7BA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MAp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56D8446-9565-BACA-24BA-273718DBF070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056D8446-9565-BACA-24BA-273718DBF0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6751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5E5F4C99-7594-4718-9039-7F91D527DF55}">
  <we:reference id="wa200003233" version="2.0.0.3" store="en-US" storeType="OMEX"/>
  <we:alternateReferences>
    <we:reference id="WA200003233" version="2.0.0.3" store="" storeType="OMEX"/>
  </we:alternateReferences>
  <we:properties>
    <we:property name="embedUrl" value="&quot;/reportEmbed?reportId=bcb7c515-d878-45ab-87a6-b91f63b0b57d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ookmark" value="&quot;H4sIAAAAAAAAA+1abW/bNhD+K4W+9Is3kJREUvnWJu02rN2yOuswDEVwJI+OWlnyJDqNV+S/7/TiNnXsuDXSJEgKGIlIHo/3xofHlw+Ry5tZAYvfYIrRXvS0qt5NoX73iEejqOzrvPZM6dQqFtvYK2+48NRazUJelU209yEKUE8wvM6bORQtI6r8580ogqI4hElb8lA0OIpmWDdVCUX+H/bE1BTqOZ6PIjybFVUNLctxgIAt21MipzKJwH+MaUSwIT/FMdrQ16Ym45xbI6STCdcetQIia3qCTrK1JC3rbvj9qgyQlzRMWycFpMYILjLBEpDKSuPb+iYvJ8Ug8Ke+R4tZa5yAZ8FUZ609zFsauOV0fk4KOQ8S0zTzXruYSW2YsFu5NSdA/y/xSpwk2VVmldKgBcuSVLV9fV6EQXizeHY2q8nu5I2e1xN3CqVFF3XGrbHpbfkhejKZ1DiBMBSffda4XxXz6Zr6cTWvLb7CziLPypCHBY0xKSoDxXGgxryZHocaTrE4nkEgscrmmLN3USv/YV2R67seR1WgDuMZlu74z/FB1/x8Xg4uZW3xpHq/XyPFgGsr3lDNlTazULvPTUaF2mH9dNGZ4yCvlxEjRita3W1TkO5UlXFtBMYWrIh5nIGLQe8aSKmWNH+ZT2SstIgZk7g9xPMpTeLLvBRjSZroWIAUJrXcG5HuLleSaJeAUIgJt6i9d1sD/Kia/UasepqW5PUSL8jPz+tq2hEPwNbMzb9zrBfRagiMlw30/cfy4ypOkxYav8bto6hXnmJ5FI2xIMU7fl8UX32hH3Ylfg6wCXnZBe/xfjUvA8lOFIOYPsfCRe2Qv9/YZLhC2C8I9lHr0WhPdRHRm0ycj67J7n+dYI2D2UuXL5X8ZUWl5tt5plMQTIGbOX0M0vPzbvavIve3RqT1cq8i8ujhLTHFvKHh0D2Fev8E6nBf15tljkW93l7IovbJUpOqXnz55Lj2IHwzJFWWK8s0KK8NeJbJWG9dJwbpc0uevekZddSTHLQZ7Q6B1xS5pbXtYrRFU6Rku/2YIGWubSdSddYPmWPzyRyff327JW0DtO5X0xkQh9XSr3npOileoA/XsrSs2PhVPjnpGL/IQ28g0h6KedvbEVHIp/hYMJ79wDj9jhjb636Pl7DbzwQihTW2bWizEw6GHQp2obbbSKNoWrltXB4/xfAesfwk20aw4atgc7OxvRE8OlW+Yl29Nol6yOCMxUliMbVeGPJFqjC+05BxCIspluH4JYaTyu2CGjAsy+MOPQaiSzk3cOsBpeIOUElmEwvZQ9lUju6Ep8cILTru4GFXlfPwPRO5Kf/0SJLaNEmNBx8rqYzxDNkDnDAbFfo5p8WrtieLF0jDX5b9Y/vlpqVkrylD6I8Ah9X+WvUfkp2Pg0RXZhEXxI3aykefKtrmQcnob4T6yj3SVQDzME32sirDyS6oV+QlrgW97VDxMC29DM6Hqv8y0gb8BnQsQzQikylLgVJBfqczwUHrl+024fsxzF5kO4m/pz03Gnb93EGZZj72MjZZe0Yfm9R1u6hdDvudSsBoJTPBIUGurJTbLyE28IpBcOScM+UVZ0mq6O/ucgmMszThnjTUirZDzO3KC71JE0w8YYzjmY5jTMSdxprvR7/r/TuF2ddnG7d5RNrOAStojimwqUgdar79iHSjN1/SFmheX/div+qxR2T8PFQk3Q3f/968ev0RXhpryKyRidKWCZsa/gXn2LfnpCenk0fdpLp3/rmoWe8apxmaxDEvtPQ+5Unit58X3q5rDub9w5l76Z0LyvUO0rHVoCEVOpEEcdy6bPtbgdt10CvSoJzcS/d8VK13DgqeCcikdeBlqpWwTG7NoTY8MJFMxxptIpnhiTM+Brs959zAK6NME5RHlVGSJ1MnrNr+iGYDL+5BiyyWcSoVT7ywMlO78tJJljHBjFFOmSw1LuvfnN3ZPLHfHGB9/BOBJq47+rqm6wkysAGtVIwu8UxIw/rT1l1e43UM112hVvPQzMDiIZS45q6PTAukpRu+N13Sda8bL1we/g/8YIaQVSkAAA==&quot;"/>
    <we:property name="datasetId" value="&quot;6d61844b-0017-42b8-9789-2cc4cd329456&quot;"/>
    <we:property name="pageName" value="&quot;5b9111cb26d6418fe87a&quot;"/>
    <we:property name="reportUrl" value="&quot;/groups/me/reports/bcb7c515-d878-45ab-87a6-b91f63b0b57d/5b9111cb26d6418fe87a&quot;"/>
    <we:property name="reportName" value="&quot;Tourism Analysis&quot;"/>
    <we:property name="reportState" value="&quot;CONNECTED&quot;"/>
    <we:property name="pageDisplayName" value="&quot;Dashboard&quot;"/>
    <we:property name="backgroundColor" value="&quot;#FFFFFF&quot;"/>
    <we:property name="initialStateBookmark" value="&quot;H4sIAAAAAAAAA+1a62/bNhD/Vwp96RdvICmJpPItTboH2rRdnXUYhsI4kkdHqyx5Ep3VK/K/7/Rwmzp23BppGjQFjEQkj8d78cfj413k8mZewPIZzDA6iB5V1ZsZ1G8e8GgUlUPd8+dPTg5fPpk8Ozx5TNXVPORV2UQH76IA9RTDq7xZQNFyoMq/Xo8iKIoXMG1LHooGR9Ec66Yqocj/w56YmkK9wItRhG/nRVVDy3IcIGDL9pzIqUxj8x9jGhFsyM9xjDb0tanJOOfWCOlkwrVHrYDImp6gk2wjScu6G/6oKgPkJQ3T1kkBqTGCi0ywBKSy0vi2vsnLaTEI/KHv6XLeWiXg22Cqt609zN80cMvp4oIUch4kpmnmvXYxk9owYXdya86A/l/hlThJsqvMKqVBC5YlqWr7+rwIg/Bm+fjtvCa7kzd6XofuHEqLLuqMW2PT2/JddDid1jiFMBQff9R4VBWL2Yb6cbWoLb7EziKPy5CHJY0xLSoDxSRQY97MJqGGcywmcwgkVtlMOHsTtfK/qCtyfdfjtArUYTzH0k1+Hx93zT8tysGlrC2eVf8e1Ugx4NqK11Rzrc0s1O5jk1Ghdlg/WnbmOM7rVcSI0ZpWd9sUpDtVZVwbgbEFK2IeZ+Bi0PsGUqql8ob5RMZKi5gxibtDPJ/RJL7KSzGWpImOBUhhUsu9Een+ciWJdgkIhZhwi9p7tzPAT6v5M2LV07Qkr1Z4QX7+qa5mHfGAaM3C/LPAehmth8B41UDfv60+ruM0bTHxc9w+inrlKZZH0RgLUrzj90nx1Rf6Ydfi5xibkJdd8E6OqkUZSHaiGMT0ORYuaod8fmuT4RphPyHYR61HowPVRURvMnExuiG7/3GGNQ5mL12+UvLXNZWaL+eZTkEwBW7n9D5ILy662b+O3F8akTbLvY7Io/u3xBSLhoZD9wjqozOow7e63qxyLOr196Us6ogsNa3q5adPjhsPwtdDUmW5skyD8tqAZ5mM9c51YpA+t+TZ255Rpz3JcZvR7hF4TZFbWtsuR1s0Q0q2248pUubadiJV5/2QOTYfzPHx15db0rZA61E1mwNxWC89yUvXSfEUfbiRpWXNxi/z6VnH+GkeegOR9lAs2t6OiEI+w4eC8ewHxul3ythB93u4gt1+JhApbLBtQ5udcDzsULALtf1GGkWzyu3i8vARhn8Ryw+ybQUbvg42txvbW8GjU+Uz1tUbk6iHDM5YnCQWU+uFIV+kCuM7DRkvYDnDMkxOMJxVbh/UgGFZHnfoMRBdybmBWw8oFXeASjKbWMjuy6ZydCc8PUZo0XEPD7uqXITvmcht+adHktSmSWo8+FhJZYxnyO7hhNmq0C85LV61PVs+RRr+quzv2682rSR7RRlCfwQ4rPY3qv+Q7LwfJLo2i7gkbtRWPvhQ0TYPSkZ/ItTX7pGuA5j7abKTqgxn+6BekZe4EfR2Q8X9tPQqOO+r/qtIG/Ab0LEM0YhMpiwFSgX5nc4EB61P2m3C92OYg8h2En9Pe2417Pq5gzLNfOxlbLL2jD42qet2Ufsc9juVgNFKZoJDglxZKXdfQmzhFYPgyDlnyivOklTR3/3lEhhnacI9aagVbYeY25cXepMmmHjCGMczHceYiDuNNd+Pfjf7dwbzz882vuYRaTsHrKA5psCmInWo+e4j0q3ePKEt0KK+6cV+3WMPyPh5qEi6W77/vX31+iO8NNaQWSMTpS0TNjX8E86xv56TDs+nD7pJ9c3557JmvWucZmgSx7zQ0vuUJ4nffV74dV1zvOgfznyT3rmkXO8gHVsNGlKhE0kQx63Ldr8V+LoOekkalNNv0j3vVeudg4JnAjJpHXiZaiUskztzqC0PTCTTsUabSGZ44oyPwe7OObfwyijTBOVRZZTkydQJq3Y/otnCi3vQIotlnErFEy+szNS+vHSSZUwwY5RTJkuNy/o3Z3c2T+w3B1hPfibQxE1HXzd0PUEGNqCVitElnglpWH/aus9rvI7hpivUahGaOVh8ASVuuOsj0wJp6YbvbZd03evG/kqPpMmHJx7XdGjfPF66bPwfDh8t/X4pAAA=&quot;"/>
    <we:property name="isFiltersActionButtonVisible" value="true"/>
    <we:property name="isVisualContainerHeaderHidden" value="false"/>
    <we:property name="reportEmbeddedTime" value="&quot;2026-03-30T04:46:20.189Z&quot;"/>
    <we:property name="creatorTenantId" value="&quot;56c1d497-700b-49cf-8f8d-3dd6b20d522f&quot;"/>
    <we:property name="creatorUserId" value="&quot;10032005B7F1E2C1&quot;"/>
    <we:property name="creatorSessionId" value="&quot;9fd7c6b4-5578-411a-958b-0b8d29e5ad9d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AF29EB2-7472-460E-81B1-78B637F20367}">
  <we:reference id="wa200003233" version="2.0.0.3" store="en-US" storeType="OMEX"/>
  <we:alternateReferences>
    <we:reference id="WA200003233" version="2.0.0.3" store="" storeType="OMEX"/>
  </we:alternateReferences>
  <we:properties>
    <we:property name="embedUrl" value="&quot;/reportEmbed?reportId=bcb7c515-d878-45ab-87a6-b91f63b0b57d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ookmark" value="&quot;H4sIAAAAAAAAA81Uy27bMBD8lYJnodArkZxb4rinojCqNJfCMFbkWmZMkwRJuXYD/3uXktImTdBbi+pC7uySM/sQH5mQ3io4fYI9sit2Y8xuD273LmMJ0yM2SyFP8yrlm3aTp2ld4gUnr7FBGu3Z1SML4DoM99L3oOJFBH5dJQyUWkIXrQ0ojwmz6LzRoOR3HIPJFVyP54Th0SrjIF7ZBAgYrz1QONkkIXtfECPwIA/YIA8jWhaFwIzXZVZf1JdlnbeloDA/BgzK3gyJVw/0c6MDSE00EcOiTsuatwKLFqDIeQabiG+kClNIe1ocraPsKOeTjcW5FgfQHCMvpeDQj4of2XXXOewgTObihXNuVL9/A29M7zh+xoF3oYMMJ+LolGlBrQM5pd+vg4MDqrWFQLK0X2fpjp2phEtnqMDDiTsT6EBjUYv1l+Z2cH/o9VS4NJpb823ukCotIpD8TGhOUGec5KBe5fS3ZTcINB/stbwVIV7qTk1z86uFd6NqYXQf5ltwIU5m+0AjEBtGx4wT6G5OQ89upXsanjz5LYf/u1/n1dP406mHZwM+tWvM75/1Z3WOHt7ORFVVeYW8vKz5rBLZLDL8sVN+C7S+aNLwPUfYHulBiRvTB2+B4xI0DinaUY3E8Zc9WtACxbR3cf0oSf9IfA+qj5zD88MGmqj8/AMK0NyL9gQAAA==&quot;"/>
    <we:property name="datasetId" value="&quot;6d61844b-0017-42b8-9789-2cc4cd329456&quot;"/>
    <we:property name="pageName" value="&quot;433de1c8418586482b4d&quot;"/>
    <we:property name="reportUrl" value="&quot;/groups/me/reports/bcb7c515-d878-45ab-87a6-b91f63b0b57d/433de1c8418586482b4d&quot;"/>
    <we:property name="reportName" value="&quot;Tourism Analysis&quot;"/>
    <we:property name="reportState" value="&quot;CONNECTED&quot;"/>
    <we:property name="pageDisplayName" value="&quot;pIE cHART&quot;"/>
    <we:property name="backgroundColor" value="&quot;#FFFFFF&quot;"/>
    <we:property name="initialStateBookmark" value="&quot;H4sIAAAAAAAAA81UTW/bMAz9K4POxhDHXuP0lrrZpWsb1F0vQ2DQEuOoUSRDkrNkQf77KNvd2rXYThvmi6RHUu/xwzoyIV2j4HADW2Tn7MKYzRbs5l3MIqYH7Pb26np2d1XezK7nBJvGS6MdOz8yD7ZG/yBdCyrcQOCXZcRAqQXU4bQC5TBiDVpnNCj5DXtnMnnb4iliuG+UsRCuLDx4DNfuyJ3OxB2/T4gRuJc7LJD7Hk2TRGDMszTOPmRnaTauUkFurnfolL3pEq7u6HOjPUhNNAHDJBulGa8EJhVAMuYxrAK+ksoPLtVhvm8sZUc5H5pQlZnYgeYYeCkFi65XfGSzurZYgx+O8xfG3Kh2+wZemNZyvMOOd6699AfiqJWpQJWejNJtS29hh6pswJMs7cp4tGEnKuHCGipwF3FvPAUUDWpRfi4uO/PHVg+FG4Xj2nzNLVKlRQCiHwnlBNXGSg7qVU5/W3aBQPPBXstbEuKkrtUwNz9beN+rFka3Pl+D9WEyq0cagdAwCjNWoL04dD27lPZpeMbRLzn83/06LZ/Gn6Ienw340K4+v3/Wn+UpWHg1FZPJZDxBnp5lfDoR8TQw/LZTbg20vmhS9z1H2BbpQQkb03rXAMcFaOxSbHo1Evtfdt+AFiiGvQ3rJ0n6e+IHUG3g7J4f1pGQFlkp/ENAeJRYJytkevoO47KeMR8FAAA=&quot;"/>
    <we:property name="isFiltersActionButtonVisible" value="true"/>
    <we:property name="isVisualContainerHeaderHidden" value="false"/>
    <we:property name="reportEmbeddedTime" value="&quot;2026-03-30T04:47:07.035Z&quot;"/>
    <we:property name="creatorTenantId" value="&quot;56c1d497-700b-49cf-8f8d-3dd6b20d522f&quot;"/>
    <we:property name="creatorUserId" value="&quot;10032005B7F1E2C1&quot;"/>
    <we:property name="creatorSessionId" value="&quot;e69a1bcb-2aed-40b5-97fb-43feeaef46a2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E10BB00-1191-4776-8F06-6214E757A6A3}">
  <we:reference id="wa200003233" version="2.0.0.3" store="en-US" storeType="OMEX"/>
  <we:alternateReferences>
    <we:reference id="WA200003233" version="2.0.0.3" store="" storeType="OMEX"/>
  </we:alternateReferences>
  <we:properties>
    <we:property name="embedUrl" value="&quot;/reportEmbed?reportId=bcb7c515-d878-45ab-87a6-b91f63b0b57d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ookmark" value="&quot;H4sIAAAAAAAAA81UyW7bMBD9lYJnobAWW1JuieOe2sKo01wKwxiTI5kxTQok5cY19O8dUk6bpEWPQXURZ31vFvLMhHSdgtNnOCC7YjfG7A9g9+9SljA96vJ6ms8K4JDhLMvyKp02NVlN56XRjl2dmQfbor+XrgcVEpHy2zphoNQS2iA1oBwmrEPrjAYlf+DoTCZvexwSho+dMhZCypUHjyHtkdxJJgrp+5wQgXt5xBVyP2q3ZV5BVVWCl1ld1pyXs4bc3OgQmf3VJaSO8HOjPUhNMEGXYpFmlSimE5Fl0GwzEGXQO6lbdSH8O/bu1IXmuB3Qn7qxfSDYkGcYqJyqnPIyh6qcZHVTCFEVdRFiG6n8BW57Wjx2ljpF/Rtzzanu1ljJCSd2xKIbG3Bmc6P6QzwtXuhXprccv2CsaqG99CfK1CqzBbXxZJTusPEWjqg2HXgC126TTvYssFxaQyOJEXejyycjMJp25vvcIhES7GoyJL84XosjaE7a1wSv29ZiC/4iLt6WvfEUsOpQi83X1W00f+j1ZVEmfxa0Js0/58oj4/kOrH85XRKsQHtzipO7lfZpHbPkVXH/d0eG9dOFoqiHZ1fmsoVjfW+7dushfs/7zQ5Ib0s4mN67DjguQWPk1o1pJEY/2kbQIkw3nm34f5QEPA73HlQf5hpfIhZhItpPIhM3YQEFAAA=&quot;"/>
    <we:property name="datasetId" value="&quot;6d61844b-0017-42b8-9789-2cc4cd329456&quot;"/>
    <we:property name="pageName" value="&quot;b738a888dc72979cc76f&quot;"/>
    <we:property name="reportUrl" value="&quot;/groups/me/reports/bcb7c515-d878-45ab-87a6-b91f63b0b57d/b738a888dc72979cc76f&quot;"/>
    <we:property name="reportName" value="&quot;Tourism Analysis&quot;"/>
    <we:property name="reportState" value="&quot;CONNECTED&quot;"/>
    <we:property name="pageDisplayName" value="&quot;sTacked Column Chart&quot;"/>
    <we:property name="backgroundColor" value="&quot;#FFFFFF&quot;"/>
    <we:property name="initialStateBookmark" value="&quot;H4sIAAAAAAAAA81UTXPaMBD9Kx2dPR0wpDa5EUIvKQkT0lwyjGctLUZBSB5JpqGM/3tXstMmaae9ZeqLpafdfW8/pBMT0tUKjtewR3bOLozZ7cHuPgxZwnSP3dxcLaa3V8X1dDEn2NReGu3Y+Yl5sBX6e+kaUCECgQ/rhIFSS6jCbgPKYcJqtM5oUPI7dsZ05G2DbcLwqVbGQgi58uAxhD2QOe2Je/hxRIzAvTzgCrnv0DIb5ZDnueBZOskmnGefNmTmOoOo7I8mIXSknxntQWqiCdgQx8M0F+OzgUhT2JQpiCzgTupK9YJ/+d4d61AVtwX6UzXKR6INcdqW0smzM56NIM8G6WQzFiIfT8bBdyOV7+nK4/yptlQpql8Xa0Z5V8ZKTjyxIhZdV4ATmxnV7ONq/gpfmcZyvMWY1Vx76Y8UqVKmBFV4OpRuX3gLB1RFDZ7ItSuGgx0LKpfWUEuix11nsjAC49HWfJtZJEGCnQ/a5KfGqTiA5oS+FTitKosV+H47f1/1xpPDqkYtiq+ry3j8udH9oAx+T2hNyF/7yqPi2Rasf91d2liB9uIYO3cp7fM4psmb5P7virTr5wtFXo8vrkw/hV1+7zt26zZ+L+vN9khvS1iYxrsaOC5BY9RWd2EkRjuaRtAidDeubfh/kUTcNfceVBP6Gl8iFkmo37JU+A+H8D6xKCuq+wG75UB1KgUAAA==&quot;"/>
    <we:property name="isFiltersActionButtonVisible" value="true"/>
    <we:property name="isVisualContainerHeaderHidden" value="false"/>
    <we:property name="reportEmbeddedTime" value="&quot;2026-03-30T04:48:27.832Z&quot;"/>
    <we:property name="creatorTenantId" value="&quot;56c1d497-700b-49cf-8f8d-3dd6b20d522f&quot;"/>
    <we:property name="creatorUserId" value="&quot;10032005B7F1E2C1&quot;"/>
    <we:property name="creatorSessionId" value="&quot;92c22aa6-4379-46ca-9367-fc0f8bfd7faf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120B4045-A4A0-4246-9DDF-B06B1B6D32E3}">
  <we:reference id="wa200003233" version="2.0.0.3" store="en-US" storeType="OMEX"/>
  <we:alternateReferences>
    <we:reference id="WA200003233" version="2.0.0.3" store="" storeType="OMEX"/>
  </we:alternateReferences>
  <we:properties>
    <we:property name="embedUrl" value="&quot;/reportEmbed?reportId=bcb7c515-d878-45ab-87a6-b91f63b0b57d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ookmark" value="&quot;H4sIAAAAAAAAA+1VTW/bMAz9K4XOwRDb+Wh669IOO3RDsHQFhiEIaIl21CiSIclZvSD/fZTstAkadJfdOl9skRTf4xMp75iQrlLQfIUNsiv20Zj1Buz6ImE9plvbQCTZJBV5Mhhk4zFmEz4uyGsqL4127GrHPNgS/YN0NaiQiIw/Fz0GSs2gDKsClMMeq9A6o0HJ39gGk8vbGvc9hk+VMhZCyrkHjyHtlsJpTRSSDxkhAvdyi3PkvrMmo5yP+mkxhAHHy3Q4KlIKc21AZHY2JKSO8FOjPUhNMMEGXBRJkY7zJJmk2XCYXKYx1kldqo7wy977pgriuBXQm9TIHwk25NnvqZyhQJ71+9kk45DASIgURmFvIZXv4PLm9qmypBTp1+a6FlvQHAWLclh0bfU7dl2WFkvw3fL2xDk1qt6csc9NbTl+wyK6tJe+IYxSmRzU0pNTus3SW9iiWlbgiZZ2y6S/ZoH/zBo6rLjj3njaMK9Qi+X3+U10f6p1dwj9sFyZX1OLdGoiGHp/L+izRAuWr5o7JPjX3J/9r10HZg9gZdsusc5/XH83Ds8g7FSSdtdN6NMQfUSXBePFiyG4uyLZDwTL3tJrSqbSWMmp0f5LFiT7QhO6OqPZgixvzqWisZ6uwPrT2TxcIsTs8eia6IRv4jS+T6UPzfle6z902mIfn+OuYRuk/1v4MLV3FXCcgcbYK1WLKzHG0cSCFqFD47cN7ztJ5NsGfQBVB+Lxb8giTET7A6XnzpKFBwAA&quot;"/>
    <we:property name="datasetId" value="&quot;6d61844b-0017-42b8-9789-2cc4cd329456&quot;"/>
    <we:property name="pageName" value="&quot;116bc602f5a4ce8256f2&quot;"/>
    <we:property name="reportUrl" value="&quot;/groups/me/reports/bcb7c515-d878-45ab-87a6-b91f63b0b57d/116bc602f5a4ce8256f2&quot;"/>
    <we:property name="reportName" value="&quot;Tourism Analysis&quot;"/>
    <we:property name="reportState" value="&quot;CONNECTED&quot;"/>
    <we:property name="pageDisplayName" value="&quot;Line Chart&quot;"/>
    <we:property name="backgroundColor" value="&quot;#FFFFFF&quot;"/>
    <we:property name="initialStateBookmark" value="&quot;H4sIAAAAAAAAA+1V32/aMBD+Vyo/o4mEwdq+Mco0qaVFpUOaJhRdnEtwMXZkO6wZ4n/f2QktqKh92VuXl8T3w993n+/iLcuELSXUt7BGdsm+ar1ag1mdRazDVGu7u7ueDO+vk9vhZExmXTqhlWWXW+bAFOjmwlYg/Q5k/LXoMJByCoVf5SAtdliJxmoFUvzBJphczlS46zB8KqU24LecOXDot91QOK0JO/rUI0TgTmxwhty11miQ8kE3zvvwmeN53B/kMYXZJiAwOxnitw7wI60cCEUw3gY8y6M8/pJG0UXc6/ej8zjEWqEK2RJ+yX2oS6+KXQK9SY30kWD9PrsdldPPkPe63d5Fj0MEgyyLYeBzcyFdC5fW46fSkFKkX7PXMNuA4pixIIdB21S/ZcOiMFiAa5fjI+dIy2p9wj7TleF4j3lwKSdcTRiF1CnIxJFT2HXiDGxQJiU4oqVsEnVXzPOfGk2HFTIetKOEWYkqS37MroL7W6XaQ+j65VL/HhmkU8u8ofN+Qd8FGjB8Wd8gwb/m/ux/7dozm4MRTbuEOv9x/e0cPIOwY0marCvfpz76gC7zxrMXg3e3RbKfCIa9pdeITIU2glOj/ZfMSzahCV2e0GxBljfnUtJYj5Zg3PFs7n8ixOzx4DfRCl+HafyYSu+b86PWv++0xS48h13D1kj3m//QlbMlcJyCwtArZYMrMMTRxILKfIeGb+PfN4LINw06B1l54uE2ZAGEelakEt9J8HckC7QCu78Cz+t1rgcAAA==&quot;"/>
    <we:property name="isFiltersActionButtonVisible" value="true"/>
    <we:property name="isVisualContainerHeaderHidden" value="false"/>
    <we:property name="reportEmbeddedTime" value="&quot;2026-03-30T04:48:59.066Z&quot;"/>
    <we:property name="creatorTenantId" value="&quot;56c1d497-700b-49cf-8f8d-3dd6b20d522f&quot;"/>
    <we:property name="creatorUserId" value="&quot;10032005B7F1E2C1&quot;"/>
    <we:property name="creatorSessionId" value="&quot;d95d0a82-43d8-4c3e-899f-bccf396699f2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B707F062-07C1-4DEF-A718-A3CE7EEEEFBC}">
  <we:reference id="wa200003233" version="2.0.0.3" store="en-US" storeType="OMEX"/>
  <we:alternateReferences>
    <we:reference id="WA200003233" version="2.0.0.3" store="" storeType="OMEX"/>
  </we:alternateReferences>
  <we:properties>
    <we:property name="embedUrl" value="&quot;/reportEmbed?reportId=bcb7c515-d878-45ab-87a6-b91f63b0b57d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ookmark" value="&quot;H4sIAAAAAAAAA71V227bMAz9lUHPxpDYjpv0rUlaYMDQdUuWPQxFIFuMo1aRPEnO4hX+91GS00uwdS3azi/WhTo8PCSlG8K4qQRtzukGyDEZK3W9ofr6XZ9ERIa1pBgmKRv0hj1IjpIsHUIvw11VWa6kIcc3xFJdgl1wU1PhgHDx+2VEqBAXtHSzFRUGIlKBNkpSwX9BMMYtq2toIwK7SihNHeTMUgsOdovmOEcK/fcJeqSF5VuYQWHDKoyADfJsVWT4i4tBzPIYzUww8Mz+aOKgvfuJkpZyiW7c2igp8gKyfjEaZv0BG+bpYOTWDZel6AjfnZ03lRPHrCn+UY38Ct06nLbFcNKMsXgVJ6OUZWk/HWajjLmzKy5s5y5vTneVRqVQv4A1V9U5QgUbZ7LYCxBH5EyrjTfuMmXq/EcNusEDDgdMsLwhs/0Gjj/vB48hlS7Xp9Jy27iZUDkVS6tqzc1maTXdglhW1CInaZb93jVah+B7LSZ5BgID93gTJeqN53DACLEK+AKru0lw65S60ArLwruegrFc+hpYTlQtLXJHi47mioNgxLn8pBnoceN9Trne10N8qMRJWWooqe2mDzdfSnauLMo0q0Cy5dfZ1G+f1bLj0sMqQKaYUXJ85CsiSBa30Svp/m0NGjrZJeP7ID8chGTeLjM+QJoL+DvSbZG27rsMff7cJDxHoifxjsha/ZxowGuGOTWj2w48YVsqC1w9JPryUnpBFP8stcOAnNCP3lqFqA26AzamerKm2j68wXDy31rsLXVxFRoeDTx1de9ZmKBSpdLN05vj1Yvw0rdEe193sgF8R91A1dZUtIALKkOPVwGOQ3jVdhWVDFg39m/FR44EQqoXVNT+xnSv7r718PsNdFb5LO0HAAA=&quot;"/>
    <we:property name="datasetId" value="&quot;6d61844b-0017-42b8-9789-2cc4cd329456&quot;"/>
    <we:property name="pageName" value="&quot;e9ed5b6fc6d5b2c52db2&quot;"/>
    <we:property name="reportUrl" value="&quot;/groups/me/reports/bcb7c515-d878-45ab-87a6-b91f63b0b57d/e9ed5b6fc6d5b2c52db2&quot;"/>
    <we:property name="reportName" value="&quot;Tourism Analysis&quot;"/>
    <we:property name="reportState" value="&quot;CONNECTED&quot;"/>
    <we:property name="pageDisplayName" value="&quot;Clustred Bar Chart&quot;"/>
    <we:property name="backgroundColor" value="&quot;#FFFFFF&quot;"/>
    <we:property name="initialStateBookmark" value="&quot;H4sIAAAAAAAAA71VbU/bMBD+K5M/RxMNbUb5VgpIE+NllLEPE4ou8TU1uHZmOx0F5b/vbKe8VBsDAcuX2Ofz3XPP3fluGRe2lrA8gjmybbaj9dUczNWHHkuY6mTHxweHo9OD/Gh0uEdiXTuhlWXbt8yBqdCdC9uA9BZI+OMiYSDlCVR+NwVpMWE1GqsVSHGDUZmOnGmwTRhe11Ib8CYnDhx6swtSpz357n3cJI9QOrHACZYuSnGIfFBk0zKjX1oOUl6kpGajQkD2RxVvOrgfa+VAKHLjZcPNsigx65XDraw34FtFfzD0citUJTvA93fPlrVnxc6A/sRGcUluvZ22pXD6GefpNN0c9nnW7/W3smHG/d2pkK5zVyz3rmtDTBF/0daZro/IVNTxKucrAtKE7Rs9D8pdimxT/GzQLOmCt4M2at6yyeqA1l9Xi6csVT7Je8oJt/Q7qQuQudONEXaeOwMLlHkNjjApm/c2rkg7Br/RUpInKCnwYG+sZTMPGNYQka0ST3F6v4luPVMnRlNZBNe7aJ1QoQbysW6UI+yk0cGcCpSceZfHhqPZWQafu8Ks6iFdZ2JUVQYrcN328eFrwZ5pRzRNalQ8/zbZDcf7jeqwbFAVEFLKKNv+FCoiUpa2yRvx/n2GBjvaFRerID+vhWTfLzMhQCgk/t3SXZG2/ruIff7SJLyEomfhTthM/xobpGeGezaTuw4c8QWokqTrQF9fSq+I4p+lth6QJ/rJV6uUjSV3yHfAjGdg3OMXjDb/rcXekxdfoXFo0K3LB2NhTExV2iyf3xxvXoQXoSXah7yzOdIc9QvdOFtDiSegYo/X0ZzAONWua1AcebcOs+KLIAAx1ecgm/Bi+qnLghPKvug69YkLfhavWpW+3+VltnoWCAAA&quot;"/>
    <we:property name="isFiltersActionButtonVisible" value="true"/>
    <we:property name="isVisualContainerHeaderHidden" value="false"/>
    <we:property name="reportEmbeddedTime" value="&quot;2026-03-30T04:50:15.908Z&quot;"/>
    <we:property name="creatorTenantId" value="&quot;56c1d497-700b-49cf-8f8d-3dd6b20d522f&quot;"/>
    <we:property name="creatorUserId" value="&quot;10032005B7F1E2C1&quot;"/>
    <we:property name="creatorSessionId" value="&quot;0866e674-658c-4ba7-b8cf-54a4b917c11b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96FAE51A-5829-4F73-A065-52BECF5753FD}">
  <we:reference id="wa200003233" version="2.0.0.3" store="en-US" storeType="OMEX"/>
  <we:alternateReferences>
    <we:reference id="WA200003233" version="2.0.0.3" store="" storeType="OMEX"/>
  </we:alternateReferences>
  <we:properties>
    <we:property name="embedUrl" value="&quot;/reportEmbed?reportId=bcb7c515-d878-45ab-87a6-b91f63b0b57d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ookmark" value="&quot;H4sIAAAAAAAAA8VTwY7TMBD9FeRzhZI0rdrelm45IVTRZS+oisb2NOutY1u2UzZU/XfGThd2AXGEXGLPjN9788Y+M6mC0zB8hA7Zir2z9tiBP74p2YSZMSarAgq+XFRLLiuosajlgbLWRWVNYKszi+BbjPcq9KATEAW/7CcMtN5Cm3YH0AEnzKEP1oBW33AsplT0PV4mDJ+cth4S5C5CxAR7onLak4Ty7ZQYQUR1wh2KOEa5mAkJKMViOuW1gAoXFZWFsSAr+2NJgs70a2siKEM0KVZysVgWOIPlvObLQ8llUaR4UKbVV8E/z94NLpkTHoD+5AZ/JNqEc7lQO9UchBCLcj6bTQs+L2pRZ96D0vFKx4fNk/PkFPk3Yq2p79Z6JYgnO+IxjAac2drqvsurzav4zvZe4Cc85JSJKg6E1GrLQTeRkip0TfRwQt04iERuQlMWR5ZUbr2lkeQTtxiiMtn/Zm17E/2QSx7s17VHEibZqrhMfmi9kScwgqK/Cr1pW48txOt280+7uLORDuwcGtl83t3m9PveXC9M8XtDe4r8db4duNfTfb6GxPr44qJdZzfkef6fYe0v+XuplnVILzMtbB+DA4FbMJg1uhFOYa6jGYKRyZO89un/QZGA0ZJ70H1yI79jlmky23f37rNQPwQAAA==&quot;"/>
    <we:property name="datasetId" value="&quot;6d61844b-0017-42b8-9789-2cc4cd329456&quot;"/>
    <we:property name="pageName" value="&quot;bc5cdaedc833b4ca2e82&quot;"/>
    <we:property name="reportUrl" value="&quot;/groups/me/reports/bcb7c515-d878-45ab-87a6-b91f63b0b57d/bc5cdaedc833b4ca2e82&quot;"/>
    <we:property name="reportName" value="&quot;Tourism Analysis&quot;"/>
    <we:property name="reportState" value="&quot;CONNECTED&quot;"/>
    <we:property name="pageDisplayName" value="&quot;MAp&quot;"/>
    <we:property name="backgroundColor" value="&quot;#FFFFFF&quot;"/>
    <we:property name="initialStateBookmark" value="&quot;H4sIAAAAAAAAA8VTTW/bMAz9K4POxmDnC0luWZpdurZB3fUyBAYtM64aWRIkOasX5L+Pkr2t3Ybt1vpi6Ynke3yUTqwSzkjorqFBtmQftD40YA/vMpYwNWA3N5dXq9vL4np1tSFYGy+0cmx5Yh5sjf5euBZkqEDgl13CQMot1GG3B+kwYQat0wqk+IZ9MB152+I5YfhkpLYQSuYePIayRwqnPXFn78fECNyLI+bIfY+WfMorwIrPx+NywmGE8xGFuT4gKvtrSCgd6ddaeRCKaAKWlXy+SHEKi9mkXOyzskrTgDuhajkI/pV715nginsA+pMb5SPRhjrnM7UzmgHnfJ7NptNxWs7SCZ9E3r2QfqAru82TseQU+dfXWlPftbaCE090xKLrDTixtZZtE1ebF3iuW8vxFvfxSHnhO6pUS12CLDwdCtcU3sIRZWHAE7lyRZYeWFC5tZpGEjMu0Hmhov/FWrfK2y6GPOiva4skrGLL9Jz81LqqjqA4ob8LXdW1xRr8sN28ahd32lNCblBVxef8Ih5/bNVwYdI/G9oR8s/5NmBeTvfHNSTWx2cXbZhdF+f5NsPaneP3XC1rkF5mWOjWOwMct6AwajR9OYExjmYIqgqexLUN/0+CBPSW3INsgxvxHbNIQi6JUuJ/EsLrZlFWVPcdGNXlxGgEAAA=&quot;"/>
    <we:property name="isFiltersActionButtonVisible" value="true"/>
    <we:property name="isVisualContainerHeaderHidden" value="false"/>
    <we:property name="reportEmbeddedTime" value="&quot;2026-03-30T04:51:36.029Z&quot;"/>
    <we:property name="creatorTenantId" value="&quot;56c1d497-700b-49cf-8f8d-3dd6b20d522f&quot;"/>
    <we:property name="creatorUserId" value="&quot;10032005B7F1E2C1&quot;"/>
    <we:property name="creatorSessionId" value="&quot;b7bb9fff-584b-4b3d-bb91-1ad079ebc76a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Dashboard Tourism Analysis</vt:lpstr>
      <vt:lpstr>pIE cHART</vt:lpstr>
      <vt:lpstr>sTacked Column Chart</vt:lpstr>
      <vt:lpstr>Line Chart</vt:lpstr>
      <vt:lpstr>Clustred Bar Chart</vt:lpstr>
      <vt:lpstr>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Saundarya</dc:creator>
  <cp:lastModifiedBy>Anand Saundarya</cp:lastModifiedBy>
  <cp:revision>1</cp:revision>
  <dcterms:created xsi:type="dcterms:W3CDTF">2026-03-30T04:51:50Z</dcterms:created>
  <dcterms:modified xsi:type="dcterms:W3CDTF">2026-03-30T04:51:50Z</dcterms:modified>
</cp:coreProperties>
</file>